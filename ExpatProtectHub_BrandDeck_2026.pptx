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93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0" y="3749040"/>
            <a:ext cx="1645920" cy="16459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kern="0" spc="600" dirty="0">
                <a:solidFill>
                  <a:srgbClr val="FFFFFF"/>
                </a:solidFill>
              </a:rPr>
              <a:t>EXPAT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kern="0" spc="300" dirty="0">
                <a:solidFill>
                  <a:srgbClr val="FFFFFF"/>
                </a:solidFill>
              </a:rPr>
              <a:t>PROTECT HUB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74320" y="2606040"/>
            <a:ext cx="219456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743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FFFFFF"/>
                </a:solidFill>
              </a:rPr>
              <a:t>BRAND PRESENTATION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kern="0" spc="200" dirty="0">
                <a:solidFill>
                  <a:srgbClr val="FFFFFF"/>
                </a:solidFill>
              </a:rPr>
              <a:t>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0" y="10972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We Make Your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Insurance Easy.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297680" y="26517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FFAFE"/>
                </a:solidFill>
              </a:rPr>
              <a:t>International health &amp; life insurance for globally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FFAFE"/>
                </a:solidFill>
              </a:rPr>
              <a:t>mobile individuals — 120+ countries, same-day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FFAFE"/>
                </a:solidFill>
              </a:rPr>
              <a:t>activation, and 100% acceptance.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891B2"/>
                </a:solidFill>
              </a:rPr>
              <a:t>expatprotecthub.com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64748B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47"/>
                </a:solidFill>
              </a:rPr>
              <a:t>Life abroad shouldn't come with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0F2A47"/>
                </a:solidFill>
              </a:rPr>
              <a:t>insurance headaches.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3716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65960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</a:rPr>
              <a:t>Confusing plans with hidden exclusions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532888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871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</a:rPr>
              <a:t>Lengthy medical questionnaires and waiting periods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099816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</a:rPr>
              <a:t>Slow activation — cover doesn't start when you need it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66744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210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</a:rPr>
              <a:t>No real support when you're in a foreign hospital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4233672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87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</a:rPr>
              <a:t>Plans designed for locals, not for globally mobile people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67E8F9"/>
                </a:solidFill>
              </a:rPr>
              <a:t>WHO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Your Global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Insurance Partner.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3716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488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FFAFE"/>
                </a:solidFill>
              </a:rPr>
              <a:t>Expat Protect Hub is a specialist international insurance brokerage built exclusively for expats, digital nomads, and globally mobile families.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FFAFE"/>
                </a:solidFill>
              </a:rPr>
              <a:t>We partner with fully regulated insurers to deliver plans that are simple to understand, fast to activate, and built around your life — wherever in the world that takes you.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20640" y="914400"/>
            <a:ext cx="1920240" cy="1005840"/>
          </a:xfrm>
          <a:prstGeom prst="rect">
            <a:avLst/>
          </a:prstGeom>
          <a:solidFill>
            <a:srgbClr val="1A3A5C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12080" y="9875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30,000+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21208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FAFE"/>
                </a:solidFill>
              </a:rPr>
              <a:t>Happy Customers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120640" y="2148840"/>
            <a:ext cx="1920240" cy="1005840"/>
          </a:xfrm>
          <a:prstGeom prst="rect">
            <a:avLst/>
          </a:prstGeom>
          <a:solidFill>
            <a:srgbClr val="1A3A5C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22219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120+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212080" y="2715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FAFE"/>
                </a:solidFill>
              </a:rPr>
              <a:t>Countries Covered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20640" y="3383280"/>
            <a:ext cx="1920240" cy="1005840"/>
          </a:xfrm>
          <a:prstGeom prst="rect">
            <a:avLst/>
          </a:prstGeom>
          <a:solidFill>
            <a:srgbClr val="1A3A5C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3456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212080" y="39502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FAFE"/>
                </a:solidFill>
              </a:rPr>
              <a:t>Acceptance Rate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86600" y="914400"/>
            <a:ext cx="1920240" cy="1005840"/>
          </a:xfrm>
          <a:prstGeom prst="rect">
            <a:avLst/>
          </a:prstGeom>
          <a:solidFill>
            <a:srgbClr val="1A3A5C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78040" y="9875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$2M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17804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FAFE"/>
                </a:solidFill>
              </a:rPr>
              <a:t>Max Annual Limit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86600" y="2148840"/>
            <a:ext cx="1920240" cy="1005840"/>
          </a:xfrm>
          <a:prstGeom prst="rect">
            <a:avLst/>
          </a:prstGeom>
          <a:solidFill>
            <a:srgbClr val="1A3A5C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78040" y="22219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Same Day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178040" y="2715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FAFE"/>
                </a:solidFill>
              </a:rPr>
              <a:t>Activation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86600" y="3383280"/>
            <a:ext cx="1920240" cy="1005840"/>
          </a:xfrm>
          <a:prstGeom prst="rect">
            <a:avLst/>
          </a:prstGeom>
          <a:solidFill>
            <a:srgbClr val="1A3A5C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78040" y="3456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24/7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178040" y="39502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FAFE"/>
                </a:solidFill>
              </a:rPr>
              <a:t>Assistance Helpline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64748B"/>
                </a:solidFill>
              </a:rPr>
              <a:t>WHY EXPAT PROTECT HUB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47"/>
                </a:solidFill>
              </a:rPr>
              <a:t>What Makes Us Different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3716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64008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27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2A47"/>
                </a:solidFill>
              </a:rPr>
              <a:t>100% Acceptance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No medical questions. No exclusions for pre-existing conditions. Everyone is accepted.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108960"/>
            <a:ext cx="64008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18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2A47"/>
                </a:solidFill>
              </a:rPr>
              <a:t>Zero Waiting Periods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Cover starts the moment you activate — no delays, no gaps in protection.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141732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417320"/>
            <a:ext cx="64008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527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2A47"/>
                </a:solidFill>
              </a:rPr>
              <a:t>Same-Day Activation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74720" y="1874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Get covered today. Our onboarding team activates your plan within hours.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310896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37560" y="3108960"/>
            <a:ext cx="64008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218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2A47"/>
                </a:solidFill>
              </a:rPr>
              <a:t>Open Hospital Choice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74720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Choose any hospital, any specialist — worldwide. No network restrictions.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41732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417320"/>
            <a:ext cx="64008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527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2A47"/>
                </a:solidFill>
              </a:rPr>
              <a:t>Worldwide Coverage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55080" y="1874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Fully covered in 120+ countries worldwide, excluding the USA.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10896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3108960"/>
            <a:ext cx="64008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218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2A47"/>
                </a:solidFill>
              </a:rPr>
              <a:t>Free Wellbeing Suite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55080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Fitness, nutrition, psychology, and global security benefits on every single plan.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67E8F9"/>
                </a:solidFill>
              </a:rPr>
              <a:t>OUR PLANS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Four Plans. One Promise.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FFAFE"/>
                </a:solidFill>
              </a:rPr>
              <a:t>All plans include same-day activation, 100% acceptance, and free wellbeing benefits.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920240" cy="3017520"/>
          </a:xfrm>
          <a:prstGeom prst="rect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65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Major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Medical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$1M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3127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FFAFE"/>
                </a:solidFill>
              </a:rPr>
              <a:t>annual limit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FAFE"/>
                </a:solidFill>
              </a:rPr>
              <a:t>Core inpatient cover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737360"/>
            <a:ext cx="1920240" cy="3017520"/>
          </a:xfrm>
          <a:prstGeom prst="rect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1965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Standard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$1M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97480" y="3127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FFAFE"/>
                </a:solidFill>
              </a:rPr>
              <a:t>annual limit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97480" y="3520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FAFE"/>
                </a:solidFill>
              </a:rPr>
              <a:t>Adds outpatient cap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737360"/>
            <a:ext cx="1920240" cy="3017520"/>
          </a:xfrm>
          <a:prstGeom prst="rect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965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Comprehensive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$1M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46320" y="3127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FFAFE"/>
                </a:solidFill>
              </a:rPr>
              <a:t>annual limit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0" y="3520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FAFE"/>
                </a:solidFill>
              </a:rPr>
              <a:t>Dental + screening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1737360"/>
            <a:ext cx="1920240" cy="3017520"/>
          </a:xfrm>
          <a:prstGeom prst="rect">
            <a:avLst/>
          </a:prstGeom>
          <a:solidFill>
            <a:srgbClr val="0891B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95160" y="1828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F2A47"/>
                </a:solidFill>
              </a:rPr>
              <a:t>MOST POPULAR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995160" y="2148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</a:rPr>
              <a:t>Fully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</a:rPr>
              <a:t>Comp.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516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A47"/>
                </a:solidFill>
              </a:rPr>
              <a:t>$2M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995160" y="3310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2A47"/>
                </a:solidFill>
              </a:rPr>
              <a:t>annual limit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95160" y="37033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2A47"/>
                </a:solidFill>
              </a:rPr>
              <a:t>Maximum cover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64748B"/>
                </a:solidFill>
              </a:rPr>
              <a:t>COVERAGE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2A47"/>
                </a:solidFill>
              </a:rPr>
              <a:t>Comprehensive Cover,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0F2A47"/>
                </a:solidFill>
              </a:rPr>
              <a:t>Built for Life Abroad.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3716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3852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74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Inpatient hospitalisation &amp; ICU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32304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682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Surgery, anaesthesia &amp; theatre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8620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Cancer (oncology) treatment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1985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3558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Emergency room treatment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1363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8496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Local ambulance cover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0740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343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Kidney dialysis — full cover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93852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1874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Outpatient consultations &amp; prescriptions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432304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23682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Annual checkups &amp; vaccinations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92608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28620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Emergency &amp; major dental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41985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33558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Organ transplant (Comp+ plans)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391363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38496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Rehabilitation up to 45 days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440740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4343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Evacuation &amp; repatriation (optional)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457200"/>
            <a:ext cx="2560320" cy="141732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0" y="5486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Every plan includes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FREE wellbeing: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Fitness · Nutrition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Psychology · Global Security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67E8F9"/>
                </a:solidFill>
              </a:rPr>
              <a:t>INCLUDED FREE — EVERY PLAN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More Than Insurance.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FFAFE"/>
                </a:solidFill>
              </a:rPr>
              <a:t>Every Expat Protect Hub plan includes these benefits at no extra cost.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64008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013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Fitness Benefits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1488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FFAFE"/>
                </a:solidFill>
              </a:rPr>
              <a:t>Access to fitness programmes and gym support, wherever you're based.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9748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691640"/>
            <a:ext cx="64008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18013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Nutrition Benefits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7872" y="21488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FFAFE"/>
                </a:solidFill>
              </a:rPr>
              <a:t>Personalised nutrition guidance to keep you healthy abroad.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269748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691640"/>
            <a:ext cx="64008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8013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Psychology Benefits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73952" y="21488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FFAFE"/>
                </a:solidFill>
              </a:rPr>
              <a:t>Mental wellbeing and counselling support — because health isn't just physical.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269748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37560"/>
            <a:ext cx="64008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4472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Global Security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37947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FFAFE"/>
                </a:solidFill>
              </a:rPr>
              <a:t>Security advisory, emergency response, terrorism and hostage cover.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3337560"/>
            <a:ext cx="269748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83280" y="3337560"/>
            <a:ext cx="64008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34472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24/7 Assistance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47872" y="37947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FFAFE"/>
                </a:solidFill>
              </a:rPr>
              <a:t>Multilingual helpline available around the clock in every country.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3337560"/>
            <a:ext cx="269748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3337560"/>
            <a:ext cx="64008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34472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Life Cover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73952" y="37947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FFAFE"/>
                </a:solidFill>
              </a:rPr>
              <a:t>$10,000 death benefit paid to next of kin on every plan.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64748B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47"/>
                </a:solidFill>
              </a:rPr>
              <a:t>Getting Covered is Simple.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3716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146304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65960" y="1700784"/>
            <a:ext cx="6400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</a:rPr>
              <a:t>Create a Quote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Tell us who needs cover and where you're moving 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46304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14800" y="1700784"/>
            <a:ext cx="6400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219456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97480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</a:rPr>
              <a:t>Compare Plans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28803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Compare our four plan tiers and choose the cover that suits you.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0680" y="146304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3640" y="1700784"/>
            <a:ext cx="6400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19456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</a:rPr>
              <a:t>Apply Online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8803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Quick, easy, and fully paperless — apply in minutes.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146304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03720" y="219456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95160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</a:rPr>
              <a:t>Get Activated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5160" y="28803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Our team calls you to confirm and activate your plan — same day.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67E8F9"/>
                </a:solidFill>
              </a:rPr>
              <a:t>OUR AUDIENCE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Built for the Globally Mobile.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3716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08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Expats &amp; Relocators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8562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FFAFE"/>
                </a:solidFill>
              </a:rPr>
              <a:t>Moving abroad for work or lifestyle — need reliable, fast cover from day one.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60020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1508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Digital Nomads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166360" y="18562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FFAFE"/>
                </a:solidFill>
              </a:rPr>
              <a:t>Country-hopping professionals who need flexible, borderless insurance.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06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International Families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29535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FFAFE"/>
                </a:solidFill>
              </a:rPr>
              <a:t>Families living outside their home country who need cover for all members.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69748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606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Retirees Abroad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166360" y="29535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FFAFE"/>
                </a:solidFill>
              </a:rPr>
              <a:t>Older adults living in warmer climates who need comprehensive health protection.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Corporate Travellers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405079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FFAFE"/>
                </a:solidFill>
              </a:rPr>
              <a:t>Employees on extended assignments who need trusted international cover.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79476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Students Abroad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66360" y="405079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FFAFE"/>
                </a:solidFill>
              </a:rPr>
              <a:t>Studying internationally and needing healthcare coverage beyond their home system.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457200"/>
            <a:ext cx="1828800" cy="18288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3474720"/>
            <a:ext cx="1463040" cy="146304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Ready to protect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your life abroad?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FFAFE"/>
                </a:solidFill>
              </a:rPr>
              <a:t>Get a free, no-obligation quote in minutes.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FFAFE"/>
                </a:solidFill>
              </a:rPr>
              <a:t>A licensed specialist will be in touch within 24 hours.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1097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A47"/>
                </a:solidFill>
              </a:rPr>
              <a:t>Get Your Quote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35040" y="1719072"/>
            <a:ext cx="219456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1920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F2A47"/>
                </a:solidFill>
              </a:rPr>
              <a:t>WEBSITE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577840" y="2176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2A47"/>
                </a:solidFill>
              </a:rPr>
              <a:t>expatprotecthub.com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25968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F2A47"/>
                </a:solidFill>
              </a:rPr>
              <a:t>RESPONSE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77840" y="2852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2A47"/>
                </a:solidFill>
              </a:rPr>
              <a:t>Within 24 hours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3273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F2A47"/>
                </a:solidFill>
              </a:rPr>
              <a:t>COVERAGE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77840" y="35295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2A47"/>
                </a:solidFill>
              </a:rPr>
              <a:t>120+ countries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3950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F2A47"/>
                </a:solidFill>
              </a:rPr>
              <a:t>ACTIVATION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77840" y="4206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2A47"/>
                </a:solidFill>
              </a:rPr>
              <a:t>Same day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© 2026 Expat Protect Hub. All rights reserved.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744</Words>
  <Application>Microsoft Office PowerPoint</Application>
  <PresentationFormat>On-screen Show (16:9)</PresentationFormat>
  <Paragraphs>158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Expat Protect Hub — Brand Presentation 2026</dc:title>
  <dc:subject>PptxGenJS Presentation</dc:subject>
  <dc:creator>Expat Protect Hub</dc:creator>
  <cp:lastModifiedBy>Nirmal Bhandari</cp:lastModifiedBy>
  <cp:revision>1</cp:revision>
  <dcterms:created xsi:type="dcterms:W3CDTF">2026-05-10T15:03:23Z</dcterms:created>
  <dcterms:modified xsi:type="dcterms:W3CDTF">2026-05-10T15:05:02Z</dcterms:modified>
</cp:coreProperties>
</file>